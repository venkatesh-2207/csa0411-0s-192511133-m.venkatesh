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3" d="100"/>
          <a:sy n="73" d="100"/>
        </p:scale>
        <p:origin x="29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DE4D4-C140-EBE3-E8D0-1F3C97EBDC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D5EF94D-65AD-405B-375C-0B74913E14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5017391-F97C-64BB-4C95-D4195D20D4F0}"/>
              </a:ext>
            </a:extLst>
          </p:cNvPr>
          <p:cNvSpPr>
            <a:spLocks noGrp="1"/>
          </p:cNvSpPr>
          <p:nvPr>
            <p:ph type="dt" sz="half" idx="10"/>
          </p:nvPr>
        </p:nvSpPr>
        <p:spPr/>
        <p:txBody>
          <a:bodyPr/>
          <a:lstStyle/>
          <a:p>
            <a:fld id="{9D7471B8-E1D6-439B-BCA6-552444DBDC01}" type="datetimeFigureOut">
              <a:rPr lang="en-IN" smtClean="0"/>
              <a:t>29-10-2026</a:t>
            </a:fld>
            <a:endParaRPr lang="en-IN"/>
          </a:p>
        </p:txBody>
      </p:sp>
      <p:sp>
        <p:nvSpPr>
          <p:cNvPr id="5" name="Footer Placeholder 4">
            <a:extLst>
              <a:ext uri="{FF2B5EF4-FFF2-40B4-BE49-F238E27FC236}">
                <a16:creationId xmlns:a16="http://schemas.microsoft.com/office/drawing/2014/main" id="{07594716-6636-AC8A-AB11-8CDAD2302C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5E9877-4FF7-89C5-ED81-0F06438127EC}"/>
              </a:ext>
            </a:extLst>
          </p:cNvPr>
          <p:cNvSpPr>
            <a:spLocks noGrp="1"/>
          </p:cNvSpPr>
          <p:nvPr>
            <p:ph type="sldNum" sz="quarter" idx="12"/>
          </p:nvPr>
        </p:nvSpPr>
        <p:spPr/>
        <p:txBody>
          <a:bodyPr/>
          <a:lstStyle/>
          <a:p>
            <a:fld id="{FCC8684D-99AB-4D1F-8770-57F2AB746DE2}" type="slidenum">
              <a:rPr lang="en-IN" smtClean="0"/>
              <a:t>‹#›</a:t>
            </a:fld>
            <a:endParaRPr lang="en-IN"/>
          </a:p>
        </p:txBody>
      </p:sp>
    </p:spTree>
    <p:extLst>
      <p:ext uri="{BB962C8B-B14F-4D97-AF65-F5344CB8AC3E}">
        <p14:creationId xmlns:p14="http://schemas.microsoft.com/office/powerpoint/2010/main" val="1402733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5A7FA-0274-037C-5533-9E5BC28FE0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F4C056-3564-C2C2-068F-AEA94D22C3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CCD9DB-0F25-7971-D9B0-A4094390AA4B}"/>
              </a:ext>
            </a:extLst>
          </p:cNvPr>
          <p:cNvSpPr>
            <a:spLocks noGrp="1"/>
          </p:cNvSpPr>
          <p:nvPr>
            <p:ph type="dt" sz="half" idx="10"/>
          </p:nvPr>
        </p:nvSpPr>
        <p:spPr/>
        <p:txBody>
          <a:bodyPr/>
          <a:lstStyle/>
          <a:p>
            <a:fld id="{9D7471B8-E1D6-439B-BCA6-552444DBDC01}" type="datetimeFigureOut">
              <a:rPr lang="en-IN" smtClean="0"/>
              <a:t>29-10-2026</a:t>
            </a:fld>
            <a:endParaRPr lang="en-IN"/>
          </a:p>
        </p:txBody>
      </p:sp>
      <p:sp>
        <p:nvSpPr>
          <p:cNvPr id="5" name="Footer Placeholder 4">
            <a:extLst>
              <a:ext uri="{FF2B5EF4-FFF2-40B4-BE49-F238E27FC236}">
                <a16:creationId xmlns:a16="http://schemas.microsoft.com/office/drawing/2014/main" id="{8991A89F-FDBB-CABE-0160-725FB00F01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39D5AE-FDFF-FF40-0A82-E7B6FA5B920F}"/>
              </a:ext>
            </a:extLst>
          </p:cNvPr>
          <p:cNvSpPr>
            <a:spLocks noGrp="1"/>
          </p:cNvSpPr>
          <p:nvPr>
            <p:ph type="sldNum" sz="quarter" idx="12"/>
          </p:nvPr>
        </p:nvSpPr>
        <p:spPr/>
        <p:txBody>
          <a:bodyPr/>
          <a:lstStyle/>
          <a:p>
            <a:fld id="{FCC8684D-99AB-4D1F-8770-57F2AB746DE2}" type="slidenum">
              <a:rPr lang="en-IN" smtClean="0"/>
              <a:t>‹#›</a:t>
            </a:fld>
            <a:endParaRPr lang="en-IN"/>
          </a:p>
        </p:txBody>
      </p:sp>
    </p:spTree>
    <p:extLst>
      <p:ext uri="{BB962C8B-B14F-4D97-AF65-F5344CB8AC3E}">
        <p14:creationId xmlns:p14="http://schemas.microsoft.com/office/powerpoint/2010/main" val="357505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AB039-7962-CCB0-8721-8576B8093E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513942E-8A00-D056-A4BF-1452CAB06A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65ED0D-694C-5BAF-02C5-5180C667C969}"/>
              </a:ext>
            </a:extLst>
          </p:cNvPr>
          <p:cNvSpPr>
            <a:spLocks noGrp="1"/>
          </p:cNvSpPr>
          <p:nvPr>
            <p:ph type="dt" sz="half" idx="10"/>
          </p:nvPr>
        </p:nvSpPr>
        <p:spPr/>
        <p:txBody>
          <a:bodyPr/>
          <a:lstStyle/>
          <a:p>
            <a:fld id="{9D7471B8-E1D6-439B-BCA6-552444DBDC01}" type="datetimeFigureOut">
              <a:rPr lang="en-IN" smtClean="0"/>
              <a:t>29-10-2026</a:t>
            </a:fld>
            <a:endParaRPr lang="en-IN"/>
          </a:p>
        </p:txBody>
      </p:sp>
      <p:sp>
        <p:nvSpPr>
          <p:cNvPr id="5" name="Footer Placeholder 4">
            <a:extLst>
              <a:ext uri="{FF2B5EF4-FFF2-40B4-BE49-F238E27FC236}">
                <a16:creationId xmlns:a16="http://schemas.microsoft.com/office/drawing/2014/main" id="{BC3CACBA-763F-A688-7B9E-ACA884778F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46C06E-D03D-3CF5-93DD-584A0636C0CF}"/>
              </a:ext>
            </a:extLst>
          </p:cNvPr>
          <p:cNvSpPr>
            <a:spLocks noGrp="1"/>
          </p:cNvSpPr>
          <p:nvPr>
            <p:ph type="sldNum" sz="quarter" idx="12"/>
          </p:nvPr>
        </p:nvSpPr>
        <p:spPr/>
        <p:txBody>
          <a:bodyPr/>
          <a:lstStyle/>
          <a:p>
            <a:fld id="{FCC8684D-99AB-4D1F-8770-57F2AB746DE2}" type="slidenum">
              <a:rPr lang="en-IN" smtClean="0"/>
              <a:t>‹#›</a:t>
            </a:fld>
            <a:endParaRPr lang="en-IN"/>
          </a:p>
        </p:txBody>
      </p:sp>
    </p:spTree>
    <p:extLst>
      <p:ext uri="{BB962C8B-B14F-4D97-AF65-F5344CB8AC3E}">
        <p14:creationId xmlns:p14="http://schemas.microsoft.com/office/powerpoint/2010/main" val="3243205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5F959-7B44-70C9-F128-6869711FF57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7B88E4-4EC4-2284-D60B-CCF92B600F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AEDD6BF-63E4-BF12-B23F-EF6E970F6B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AA8D4F3-37CB-7260-0648-D48A8523920B}"/>
              </a:ext>
            </a:extLst>
          </p:cNvPr>
          <p:cNvSpPr>
            <a:spLocks noGrp="1"/>
          </p:cNvSpPr>
          <p:nvPr>
            <p:ph type="dt" sz="half" idx="10"/>
          </p:nvPr>
        </p:nvSpPr>
        <p:spPr/>
        <p:txBody>
          <a:bodyPr/>
          <a:lstStyle/>
          <a:p>
            <a:fld id="{9D7471B8-E1D6-439B-BCA6-552444DBDC01}" type="datetimeFigureOut">
              <a:rPr lang="en-IN" smtClean="0"/>
              <a:t>29-10-2026</a:t>
            </a:fld>
            <a:endParaRPr lang="en-IN"/>
          </a:p>
        </p:txBody>
      </p:sp>
      <p:sp>
        <p:nvSpPr>
          <p:cNvPr id="6" name="Footer Placeholder 5">
            <a:extLst>
              <a:ext uri="{FF2B5EF4-FFF2-40B4-BE49-F238E27FC236}">
                <a16:creationId xmlns:a16="http://schemas.microsoft.com/office/drawing/2014/main" id="{188025BB-C72C-E981-AE05-DA43606447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B89E2F-6791-1932-2AF2-C939E0D8EC28}"/>
              </a:ext>
            </a:extLst>
          </p:cNvPr>
          <p:cNvSpPr>
            <a:spLocks noGrp="1"/>
          </p:cNvSpPr>
          <p:nvPr>
            <p:ph type="sldNum" sz="quarter" idx="12"/>
          </p:nvPr>
        </p:nvSpPr>
        <p:spPr/>
        <p:txBody>
          <a:bodyPr/>
          <a:lstStyle/>
          <a:p>
            <a:fld id="{FCC8684D-99AB-4D1F-8770-57F2AB746DE2}" type="slidenum">
              <a:rPr lang="en-IN" smtClean="0"/>
              <a:t>‹#›</a:t>
            </a:fld>
            <a:endParaRPr lang="en-IN"/>
          </a:p>
        </p:txBody>
      </p:sp>
    </p:spTree>
    <p:extLst>
      <p:ext uri="{BB962C8B-B14F-4D97-AF65-F5344CB8AC3E}">
        <p14:creationId xmlns:p14="http://schemas.microsoft.com/office/powerpoint/2010/main" val="2568595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F2898-1026-73B0-8333-6B7A84DFCF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16A200-E81C-7411-3115-1B0F69362D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340605-F9A0-6762-5225-AD21C965C8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FBBC4B2-2828-5B6A-2EC6-9EDC0007A3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7C9F71-B01F-926C-0A63-6ADD349872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535B2E9-F8D0-D945-35B5-9090EAD54B37}"/>
              </a:ext>
            </a:extLst>
          </p:cNvPr>
          <p:cNvSpPr>
            <a:spLocks noGrp="1"/>
          </p:cNvSpPr>
          <p:nvPr>
            <p:ph type="dt" sz="half" idx="10"/>
          </p:nvPr>
        </p:nvSpPr>
        <p:spPr/>
        <p:txBody>
          <a:bodyPr/>
          <a:lstStyle/>
          <a:p>
            <a:fld id="{9D7471B8-E1D6-439B-BCA6-552444DBDC01}" type="datetimeFigureOut">
              <a:rPr lang="en-IN" smtClean="0"/>
              <a:t>29-10-2026</a:t>
            </a:fld>
            <a:endParaRPr lang="en-IN"/>
          </a:p>
        </p:txBody>
      </p:sp>
      <p:sp>
        <p:nvSpPr>
          <p:cNvPr id="8" name="Footer Placeholder 7">
            <a:extLst>
              <a:ext uri="{FF2B5EF4-FFF2-40B4-BE49-F238E27FC236}">
                <a16:creationId xmlns:a16="http://schemas.microsoft.com/office/drawing/2014/main" id="{1167F450-2143-7CDF-74E2-8E03CD88CA1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94D4E8D-B6DE-A957-7F0F-5099AABF7CFB}"/>
              </a:ext>
            </a:extLst>
          </p:cNvPr>
          <p:cNvSpPr>
            <a:spLocks noGrp="1"/>
          </p:cNvSpPr>
          <p:nvPr>
            <p:ph type="sldNum" sz="quarter" idx="12"/>
          </p:nvPr>
        </p:nvSpPr>
        <p:spPr/>
        <p:txBody>
          <a:bodyPr/>
          <a:lstStyle/>
          <a:p>
            <a:fld id="{FCC8684D-99AB-4D1F-8770-57F2AB746DE2}" type="slidenum">
              <a:rPr lang="en-IN" smtClean="0"/>
              <a:t>‹#›</a:t>
            </a:fld>
            <a:endParaRPr lang="en-IN"/>
          </a:p>
        </p:txBody>
      </p:sp>
    </p:spTree>
    <p:extLst>
      <p:ext uri="{BB962C8B-B14F-4D97-AF65-F5344CB8AC3E}">
        <p14:creationId xmlns:p14="http://schemas.microsoft.com/office/powerpoint/2010/main" val="2476473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CE624-48C5-C6D3-34EF-D7CD92C2A53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01A6A18-577F-B0D8-A5FE-A349673B47DB}"/>
              </a:ext>
            </a:extLst>
          </p:cNvPr>
          <p:cNvSpPr>
            <a:spLocks noGrp="1"/>
          </p:cNvSpPr>
          <p:nvPr>
            <p:ph type="dt" sz="half" idx="10"/>
          </p:nvPr>
        </p:nvSpPr>
        <p:spPr/>
        <p:txBody>
          <a:bodyPr/>
          <a:lstStyle/>
          <a:p>
            <a:fld id="{9D7471B8-E1D6-439B-BCA6-552444DBDC01}" type="datetimeFigureOut">
              <a:rPr lang="en-IN" smtClean="0"/>
              <a:t>29-10-2026</a:t>
            </a:fld>
            <a:endParaRPr lang="en-IN"/>
          </a:p>
        </p:txBody>
      </p:sp>
      <p:sp>
        <p:nvSpPr>
          <p:cNvPr id="4" name="Footer Placeholder 3">
            <a:extLst>
              <a:ext uri="{FF2B5EF4-FFF2-40B4-BE49-F238E27FC236}">
                <a16:creationId xmlns:a16="http://schemas.microsoft.com/office/drawing/2014/main" id="{FBF9006A-17AA-EFA5-DC2A-1B15681EE99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BF90F06-6532-73C6-9DE8-54D7531E418B}"/>
              </a:ext>
            </a:extLst>
          </p:cNvPr>
          <p:cNvSpPr>
            <a:spLocks noGrp="1"/>
          </p:cNvSpPr>
          <p:nvPr>
            <p:ph type="sldNum" sz="quarter" idx="12"/>
          </p:nvPr>
        </p:nvSpPr>
        <p:spPr/>
        <p:txBody>
          <a:bodyPr/>
          <a:lstStyle/>
          <a:p>
            <a:fld id="{FCC8684D-99AB-4D1F-8770-57F2AB746DE2}" type="slidenum">
              <a:rPr lang="en-IN" smtClean="0"/>
              <a:t>‹#›</a:t>
            </a:fld>
            <a:endParaRPr lang="en-IN"/>
          </a:p>
        </p:txBody>
      </p:sp>
    </p:spTree>
    <p:extLst>
      <p:ext uri="{BB962C8B-B14F-4D97-AF65-F5344CB8AC3E}">
        <p14:creationId xmlns:p14="http://schemas.microsoft.com/office/powerpoint/2010/main" val="2619755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36510F-700C-04F7-93BF-53C2DDA8E86E}"/>
              </a:ext>
            </a:extLst>
          </p:cNvPr>
          <p:cNvSpPr>
            <a:spLocks noGrp="1"/>
          </p:cNvSpPr>
          <p:nvPr>
            <p:ph type="dt" sz="half" idx="10"/>
          </p:nvPr>
        </p:nvSpPr>
        <p:spPr/>
        <p:txBody>
          <a:bodyPr/>
          <a:lstStyle/>
          <a:p>
            <a:fld id="{9D7471B8-E1D6-439B-BCA6-552444DBDC01}" type="datetimeFigureOut">
              <a:rPr lang="en-IN" smtClean="0"/>
              <a:t>29-10-2026</a:t>
            </a:fld>
            <a:endParaRPr lang="en-IN"/>
          </a:p>
        </p:txBody>
      </p:sp>
      <p:sp>
        <p:nvSpPr>
          <p:cNvPr id="3" name="Footer Placeholder 2">
            <a:extLst>
              <a:ext uri="{FF2B5EF4-FFF2-40B4-BE49-F238E27FC236}">
                <a16:creationId xmlns:a16="http://schemas.microsoft.com/office/drawing/2014/main" id="{4B01A35B-0981-533D-853D-3C2C9DB6998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A1702F0-62BF-C0DA-664B-E9F308E1E192}"/>
              </a:ext>
            </a:extLst>
          </p:cNvPr>
          <p:cNvSpPr>
            <a:spLocks noGrp="1"/>
          </p:cNvSpPr>
          <p:nvPr>
            <p:ph type="sldNum" sz="quarter" idx="12"/>
          </p:nvPr>
        </p:nvSpPr>
        <p:spPr/>
        <p:txBody>
          <a:bodyPr/>
          <a:lstStyle/>
          <a:p>
            <a:fld id="{FCC8684D-99AB-4D1F-8770-57F2AB746DE2}" type="slidenum">
              <a:rPr lang="en-IN" smtClean="0"/>
              <a:t>‹#›</a:t>
            </a:fld>
            <a:endParaRPr lang="en-IN"/>
          </a:p>
        </p:txBody>
      </p:sp>
    </p:spTree>
    <p:extLst>
      <p:ext uri="{BB962C8B-B14F-4D97-AF65-F5344CB8AC3E}">
        <p14:creationId xmlns:p14="http://schemas.microsoft.com/office/powerpoint/2010/main" val="1599513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D354A-A7EA-8B88-24B1-AEAA910C5F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E59BECD-8F77-D978-29A6-A3E315B118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7C019B-4C35-29E4-EB64-E16ADE78D6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C05D07-194D-8422-4A7F-9AF7CB1F8ADF}"/>
              </a:ext>
            </a:extLst>
          </p:cNvPr>
          <p:cNvSpPr>
            <a:spLocks noGrp="1"/>
          </p:cNvSpPr>
          <p:nvPr>
            <p:ph type="dt" sz="half" idx="10"/>
          </p:nvPr>
        </p:nvSpPr>
        <p:spPr/>
        <p:txBody>
          <a:bodyPr/>
          <a:lstStyle/>
          <a:p>
            <a:fld id="{9D7471B8-E1D6-439B-BCA6-552444DBDC01}" type="datetimeFigureOut">
              <a:rPr lang="en-IN" smtClean="0"/>
              <a:t>29-10-2026</a:t>
            </a:fld>
            <a:endParaRPr lang="en-IN"/>
          </a:p>
        </p:txBody>
      </p:sp>
      <p:sp>
        <p:nvSpPr>
          <p:cNvPr id="6" name="Footer Placeholder 5">
            <a:extLst>
              <a:ext uri="{FF2B5EF4-FFF2-40B4-BE49-F238E27FC236}">
                <a16:creationId xmlns:a16="http://schemas.microsoft.com/office/drawing/2014/main" id="{D500435E-8AB3-9A9C-39D3-885C404F13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5B56F7-878A-06C8-FCDF-4B30C8D69ABD}"/>
              </a:ext>
            </a:extLst>
          </p:cNvPr>
          <p:cNvSpPr>
            <a:spLocks noGrp="1"/>
          </p:cNvSpPr>
          <p:nvPr>
            <p:ph type="sldNum" sz="quarter" idx="12"/>
          </p:nvPr>
        </p:nvSpPr>
        <p:spPr/>
        <p:txBody>
          <a:bodyPr/>
          <a:lstStyle/>
          <a:p>
            <a:fld id="{FCC8684D-99AB-4D1F-8770-57F2AB746DE2}" type="slidenum">
              <a:rPr lang="en-IN" smtClean="0"/>
              <a:t>‹#›</a:t>
            </a:fld>
            <a:endParaRPr lang="en-IN"/>
          </a:p>
        </p:txBody>
      </p:sp>
    </p:spTree>
    <p:extLst>
      <p:ext uri="{BB962C8B-B14F-4D97-AF65-F5344CB8AC3E}">
        <p14:creationId xmlns:p14="http://schemas.microsoft.com/office/powerpoint/2010/main" val="661264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5C309-8C8D-E6C4-B39C-5D96049DC6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5C2AF07-18D9-0B27-CD1C-65A26BB0E8C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BD8B82A-CC46-7516-045E-7378445D4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79F5F0-00FD-90AB-8990-4F4ED2DED006}"/>
              </a:ext>
            </a:extLst>
          </p:cNvPr>
          <p:cNvSpPr>
            <a:spLocks noGrp="1"/>
          </p:cNvSpPr>
          <p:nvPr>
            <p:ph type="dt" sz="half" idx="10"/>
          </p:nvPr>
        </p:nvSpPr>
        <p:spPr/>
        <p:txBody>
          <a:bodyPr/>
          <a:lstStyle/>
          <a:p>
            <a:fld id="{9D7471B8-E1D6-439B-BCA6-552444DBDC01}" type="datetimeFigureOut">
              <a:rPr lang="en-IN" smtClean="0"/>
              <a:t>29-10-2026</a:t>
            </a:fld>
            <a:endParaRPr lang="en-IN"/>
          </a:p>
        </p:txBody>
      </p:sp>
      <p:sp>
        <p:nvSpPr>
          <p:cNvPr id="6" name="Footer Placeholder 5">
            <a:extLst>
              <a:ext uri="{FF2B5EF4-FFF2-40B4-BE49-F238E27FC236}">
                <a16:creationId xmlns:a16="http://schemas.microsoft.com/office/drawing/2014/main" id="{669A498F-B630-8F5B-A8AF-F811ACFCBD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E9A12A-8259-1E16-B470-3B771EBBE779}"/>
              </a:ext>
            </a:extLst>
          </p:cNvPr>
          <p:cNvSpPr>
            <a:spLocks noGrp="1"/>
          </p:cNvSpPr>
          <p:nvPr>
            <p:ph type="sldNum" sz="quarter" idx="12"/>
          </p:nvPr>
        </p:nvSpPr>
        <p:spPr/>
        <p:txBody>
          <a:bodyPr/>
          <a:lstStyle/>
          <a:p>
            <a:fld id="{FCC8684D-99AB-4D1F-8770-57F2AB746DE2}" type="slidenum">
              <a:rPr lang="en-IN" smtClean="0"/>
              <a:t>‹#›</a:t>
            </a:fld>
            <a:endParaRPr lang="en-IN"/>
          </a:p>
        </p:txBody>
      </p:sp>
    </p:spTree>
    <p:extLst>
      <p:ext uri="{BB962C8B-B14F-4D97-AF65-F5344CB8AC3E}">
        <p14:creationId xmlns:p14="http://schemas.microsoft.com/office/powerpoint/2010/main" val="2717299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2FD77-CA2D-E03A-6337-919581E2410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D71748-C8EA-EA3D-2E4D-735517E4A2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B07B85-B799-4D37-E272-DE5E15A94AA5}"/>
              </a:ext>
            </a:extLst>
          </p:cNvPr>
          <p:cNvSpPr>
            <a:spLocks noGrp="1"/>
          </p:cNvSpPr>
          <p:nvPr>
            <p:ph type="dt" sz="half" idx="10"/>
          </p:nvPr>
        </p:nvSpPr>
        <p:spPr/>
        <p:txBody>
          <a:bodyPr/>
          <a:lstStyle/>
          <a:p>
            <a:fld id="{9D7471B8-E1D6-439B-BCA6-552444DBDC01}" type="datetimeFigureOut">
              <a:rPr lang="en-IN" smtClean="0"/>
              <a:t>29-10-2026</a:t>
            </a:fld>
            <a:endParaRPr lang="en-IN"/>
          </a:p>
        </p:txBody>
      </p:sp>
      <p:sp>
        <p:nvSpPr>
          <p:cNvPr id="5" name="Footer Placeholder 4">
            <a:extLst>
              <a:ext uri="{FF2B5EF4-FFF2-40B4-BE49-F238E27FC236}">
                <a16:creationId xmlns:a16="http://schemas.microsoft.com/office/drawing/2014/main" id="{DA928783-13FA-7785-DEC8-C3C4BA0A10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80F911-F04F-8637-C5BE-622CBC9E44BD}"/>
              </a:ext>
            </a:extLst>
          </p:cNvPr>
          <p:cNvSpPr>
            <a:spLocks noGrp="1"/>
          </p:cNvSpPr>
          <p:nvPr>
            <p:ph type="sldNum" sz="quarter" idx="12"/>
          </p:nvPr>
        </p:nvSpPr>
        <p:spPr/>
        <p:txBody>
          <a:bodyPr/>
          <a:lstStyle/>
          <a:p>
            <a:fld id="{FCC8684D-99AB-4D1F-8770-57F2AB746DE2}" type="slidenum">
              <a:rPr lang="en-IN" smtClean="0"/>
              <a:t>‹#›</a:t>
            </a:fld>
            <a:endParaRPr lang="en-IN"/>
          </a:p>
        </p:txBody>
      </p:sp>
    </p:spTree>
    <p:extLst>
      <p:ext uri="{BB962C8B-B14F-4D97-AF65-F5344CB8AC3E}">
        <p14:creationId xmlns:p14="http://schemas.microsoft.com/office/powerpoint/2010/main" val="3357316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6C0386-005E-A701-5567-8CFAA4D36E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A638B1-18DA-88AB-FE4E-920E7B6D40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1ACC5B-D2E2-0A46-3EB2-CE3832104376}"/>
              </a:ext>
            </a:extLst>
          </p:cNvPr>
          <p:cNvSpPr>
            <a:spLocks noGrp="1"/>
          </p:cNvSpPr>
          <p:nvPr>
            <p:ph type="dt" sz="half" idx="10"/>
          </p:nvPr>
        </p:nvSpPr>
        <p:spPr/>
        <p:txBody>
          <a:bodyPr/>
          <a:lstStyle/>
          <a:p>
            <a:fld id="{9D7471B8-E1D6-439B-BCA6-552444DBDC01}" type="datetimeFigureOut">
              <a:rPr lang="en-IN" smtClean="0"/>
              <a:t>29-10-2026</a:t>
            </a:fld>
            <a:endParaRPr lang="en-IN"/>
          </a:p>
        </p:txBody>
      </p:sp>
      <p:sp>
        <p:nvSpPr>
          <p:cNvPr id="5" name="Footer Placeholder 4">
            <a:extLst>
              <a:ext uri="{FF2B5EF4-FFF2-40B4-BE49-F238E27FC236}">
                <a16:creationId xmlns:a16="http://schemas.microsoft.com/office/drawing/2014/main" id="{3D1D7680-3DF8-EAE8-C311-10ACA6AE16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F98289-3606-8429-F180-1B4A526598BA}"/>
              </a:ext>
            </a:extLst>
          </p:cNvPr>
          <p:cNvSpPr>
            <a:spLocks noGrp="1"/>
          </p:cNvSpPr>
          <p:nvPr>
            <p:ph type="sldNum" sz="quarter" idx="12"/>
          </p:nvPr>
        </p:nvSpPr>
        <p:spPr/>
        <p:txBody>
          <a:bodyPr/>
          <a:lstStyle/>
          <a:p>
            <a:fld id="{FCC8684D-99AB-4D1F-8770-57F2AB746DE2}" type="slidenum">
              <a:rPr lang="en-IN" smtClean="0"/>
              <a:t>‹#›</a:t>
            </a:fld>
            <a:endParaRPr lang="en-IN"/>
          </a:p>
        </p:txBody>
      </p:sp>
    </p:spTree>
    <p:extLst>
      <p:ext uri="{BB962C8B-B14F-4D97-AF65-F5344CB8AC3E}">
        <p14:creationId xmlns:p14="http://schemas.microsoft.com/office/powerpoint/2010/main" val="3636951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7F6EBD-3D20-3201-A27A-74228F07D0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B6D118-06A2-F0B3-9373-79484B189C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A3934F-E6F1-D4C6-D6B8-BA35B815BF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7471B8-E1D6-439B-BCA6-552444DBDC01}" type="datetimeFigureOut">
              <a:rPr lang="en-IN" smtClean="0"/>
              <a:t>29-10-2026</a:t>
            </a:fld>
            <a:endParaRPr lang="en-IN"/>
          </a:p>
        </p:txBody>
      </p:sp>
      <p:sp>
        <p:nvSpPr>
          <p:cNvPr id="5" name="Footer Placeholder 4">
            <a:extLst>
              <a:ext uri="{FF2B5EF4-FFF2-40B4-BE49-F238E27FC236}">
                <a16:creationId xmlns:a16="http://schemas.microsoft.com/office/drawing/2014/main" id="{00B1CDA5-62C0-05E2-792F-C5443B022E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1E8C178-8E1B-DCE5-D204-5AE8B938BE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C8684D-99AB-4D1F-8770-57F2AB746DE2}" type="slidenum">
              <a:rPr lang="en-IN" smtClean="0"/>
              <a:t>‹#›</a:t>
            </a:fld>
            <a:endParaRPr lang="en-IN"/>
          </a:p>
        </p:txBody>
      </p:sp>
    </p:spTree>
    <p:extLst>
      <p:ext uri="{BB962C8B-B14F-4D97-AF65-F5344CB8AC3E}">
        <p14:creationId xmlns:p14="http://schemas.microsoft.com/office/powerpoint/2010/main" val="1551880820"/>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23085-3469-958E-3A8E-B744D9425CB5}"/>
              </a:ext>
            </a:extLst>
          </p:cNvPr>
          <p:cNvSpPr>
            <a:spLocks noGrp="1"/>
          </p:cNvSpPr>
          <p:nvPr>
            <p:ph type="ctrTitle"/>
          </p:nvPr>
        </p:nvSpPr>
        <p:spPr>
          <a:xfrm>
            <a:off x="1358537" y="277631"/>
            <a:ext cx="9144000" cy="2387600"/>
          </a:xfrm>
        </p:spPr>
        <p:txBody>
          <a:bodyPr>
            <a:noAutofit/>
          </a:bodyPr>
          <a:lstStyle/>
          <a:p>
            <a:r>
              <a:rPr lang="en-US" sz="2800" b="1" dirty="0"/>
              <a:t>TITLE</a:t>
            </a:r>
            <a:br>
              <a:rPr lang="en-US" sz="2800" b="1" dirty="0"/>
            </a:br>
            <a:br>
              <a:rPr lang="en-US" sz="2800" b="1" dirty="0"/>
            </a:br>
            <a:r>
              <a:rPr lang="en-US" sz="2800" b="1" dirty="0"/>
              <a:t>Distributed Operating System in a Multi-Location Company</a:t>
            </a:r>
            <a:br>
              <a:rPr lang="en-US" sz="2800" dirty="0"/>
            </a:br>
            <a:br>
              <a:rPr lang="en-US" sz="2800" dirty="0"/>
            </a:br>
            <a:endParaRPr lang="en-IN" sz="2800" dirty="0"/>
          </a:p>
        </p:txBody>
      </p:sp>
      <p:sp>
        <p:nvSpPr>
          <p:cNvPr id="5" name="TextBox 4">
            <a:extLst>
              <a:ext uri="{FF2B5EF4-FFF2-40B4-BE49-F238E27FC236}">
                <a16:creationId xmlns:a16="http://schemas.microsoft.com/office/drawing/2014/main" id="{AC607F36-F1F0-8F04-4F6B-7721AC598439}"/>
              </a:ext>
            </a:extLst>
          </p:cNvPr>
          <p:cNvSpPr txBox="1"/>
          <p:nvPr/>
        </p:nvSpPr>
        <p:spPr>
          <a:xfrm>
            <a:off x="809897" y="4192770"/>
            <a:ext cx="6096000" cy="1815882"/>
          </a:xfrm>
          <a:prstGeom prst="rect">
            <a:avLst/>
          </a:prstGeom>
          <a:noFill/>
        </p:spPr>
        <p:txBody>
          <a:bodyPr wrap="square">
            <a:spAutoFit/>
          </a:bodyPr>
          <a:lstStyle/>
          <a:p>
            <a:r>
              <a:rPr lang="en-US" sz="2800" dirty="0"/>
              <a:t>Course Name: Operating Systems</a:t>
            </a:r>
            <a:br>
              <a:rPr lang="en-US" sz="2800" dirty="0"/>
            </a:br>
            <a:r>
              <a:rPr lang="en-US" sz="2800" dirty="0"/>
              <a:t>Course Code: CSA04</a:t>
            </a:r>
            <a:br>
              <a:rPr lang="en-US" sz="2800" dirty="0"/>
            </a:br>
            <a:r>
              <a:rPr lang="en-US" sz="2800" dirty="0"/>
              <a:t>Student Name: M. VENKATESH</a:t>
            </a:r>
            <a:br>
              <a:rPr lang="en-US" sz="2800" dirty="0"/>
            </a:br>
            <a:r>
              <a:rPr lang="en-US" sz="2800" dirty="0"/>
              <a:t>Register Number: 192511133</a:t>
            </a:r>
            <a:endParaRPr lang="en-IN" dirty="0"/>
          </a:p>
        </p:txBody>
      </p:sp>
    </p:spTree>
    <p:extLst>
      <p:ext uri="{BB962C8B-B14F-4D97-AF65-F5344CB8AC3E}">
        <p14:creationId xmlns:p14="http://schemas.microsoft.com/office/powerpoint/2010/main" val="3288304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83A686-746D-EEA8-05E7-18ECD6C9B229}"/>
              </a:ext>
            </a:extLst>
          </p:cNvPr>
          <p:cNvSpPr txBox="1"/>
          <p:nvPr/>
        </p:nvSpPr>
        <p:spPr>
          <a:xfrm>
            <a:off x="4058195" y="276889"/>
            <a:ext cx="3309257" cy="707886"/>
          </a:xfrm>
          <a:prstGeom prst="rect">
            <a:avLst/>
          </a:prstGeom>
          <a:noFill/>
        </p:spPr>
        <p:txBody>
          <a:bodyPr wrap="square">
            <a:spAutoFit/>
          </a:bodyPr>
          <a:lstStyle/>
          <a:p>
            <a:r>
              <a:rPr lang="en-IN" sz="4000" b="1" dirty="0"/>
              <a:t>Introduction</a:t>
            </a:r>
          </a:p>
        </p:txBody>
      </p:sp>
      <p:sp>
        <p:nvSpPr>
          <p:cNvPr id="5" name="TextBox 4">
            <a:extLst>
              <a:ext uri="{FF2B5EF4-FFF2-40B4-BE49-F238E27FC236}">
                <a16:creationId xmlns:a16="http://schemas.microsoft.com/office/drawing/2014/main" id="{58F5F6EC-4DAE-2C4E-17E9-D5495CC71E5A}"/>
              </a:ext>
            </a:extLst>
          </p:cNvPr>
          <p:cNvSpPr txBox="1"/>
          <p:nvPr/>
        </p:nvSpPr>
        <p:spPr>
          <a:xfrm>
            <a:off x="1515291" y="1558359"/>
            <a:ext cx="7829006" cy="3741281"/>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000" dirty="0"/>
              <a:t>A distributed system connects computers at different locations.</a:t>
            </a:r>
          </a:p>
          <a:p>
            <a:pPr marL="342900" lvl="0" indent="-342900">
              <a:lnSpc>
                <a:spcPct val="150000"/>
              </a:lnSpc>
              <a:buFont typeface="Arial" panose="020B0604020202020204" pitchFamily="34" charset="0"/>
              <a:buChar char="•"/>
            </a:pPr>
            <a:r>
              <a:rPr lang="en-IN" sz="2000" dirty="0"/>
              <a:t>Computers communicate through a network.</a:t>
            </a:r>
          </a:p>
          <a:p>
            <a:pPr marL="342900" lvl="0" indent="-342900">
              <a:lnSpc>
                <a:spcPct val="150000"/>
              </a:lnSpc>
              <a:buFont typeface="Arial" panose="020B0604020202020204" pitchFamily="34" charset="0"/>
              <a:buChar char="•"/>
            </a:pPr>
            <a:r>
              <a:rPr lang="en-IN" sz="2000" dirty="0"/>
              <a:t>Resources such as files, applications, and storage can be shared.</a:t>
            </a:r>
          </a:p>
          <a:p>
            <a:pPr marL="342900" lvl="0" indent="-342900">
              <a:lnSpc>
                <a:spcPct val="150000"/>
              </a:lnSpc>
              <a:buFont typeface="Arial" panose="020B0604020202020204" pitchFamily="34" charset="0"/>
              <a:buChar char="•"/>
            </a:pPr>
            <a:r>
              <a:rPr lang="en-IN" sz="2000" dirty="0"/>
              <a:t>It supports communication and collaboration between company branches.</a:t>
            </a:r>
          </a:p>
          <a:p>
            <a:pPr marL="342900" lvl="0" indent="-342900">
              <a:lnSpc>
                <a:spcPct val="150000"/>
              </a:lnSpc>
              <a:buFont typeface="Arial" panose="020B0604020202020204" pitchFamily="34" charset="0"/>
              <a:buChar char="•"/>
            </a:pPr>
            <a:r>
              <a:rPr lang="en-IN" sz="2000" dirty="0"/>
              <a:t>It allows multiple users to access shared resources simultaneously.</a:t>
            </a:r>
          </a:p>
          <a:p>
            <a:pPr marL="342900" lvl="0" indent="-342900">
              <a:lnSpc>
                <a:spcPct val="150000"/>
              </a:lnSpc>
              <a:buFont typeface="Arial" panose="020B0604020202020204" pitchFamily="34" charset="0"/>
              <a:buChar char="•"/>
            </a:pPr>
            <a:r>
              <a:rPr lang="en-IN" sz="2000" dirty="0"/>
              <a:t>It improves resource utilization and system performance.</a:t>
            </a:r>
          </a:p>
        </p:txBody>
      </p:sp>
    </p:spTree>
    <p:extLst>
      <p:ext uri="{BB962C8B-B14F-4D97-AF65-F5344CB8AC3E}">
        <p14:creationId xmlns:p14="http://schemas.microsoft.com/office/powerpoint/2010/main" val="4122398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4C543B-BA39-5486-0BA6-58157B3F3523}"/>
              </a:ext>
            </a:extLst>
          </p:cNvPr>
          <p:cNvSpPr txBox="1"/>
          <p:nvPr/>
        </p:nvSpPr>
        <p:spPr>
          <a:xfrm>
            <a:off x="3048000" y="459768"/>
            <a:ext cx="6096000" cy="461665"/>
          </a:xfrm>
          <a:prstGeom prst="rect">
            <a:avLst/>
          </a:prstGeom>
          <a:noFill/>
        </p:spPr>
        <p:txBody>
          <a:bodyPr wrap="square">
            <a:spAutoFit/>
          </a:bodyPr>
          <a:lstStyle/>
          <a:p>
            <a:pPr marL="0" marR="0" indent="0" algn="l">
              <a:buNone/>
            </a:pPr>
            <a:r>
              <a:rPr lang="en-IN" sz="2400" b="1" i="0" dirty="0">
                <a:solidFill>
                  <a:schemeClr val="tx1"/>
                </a:solidFill>
                <a:effectLst/>
                <a:latin typeface="+mn-lt"/>
              </a:rPr>
              <a:t>TYPES AND CHARACTERISTICS OF OS</a:t>
            </a:r>
            <a:endParaRPr lang="en-IN" sz="2400" b="1" i="0" dirty="0">
              <a:solidFill>
                <a:srgbClr val="EDEDED"/>
              </a:solidFill>
              <a:effectLst/>
              <a:latin typeface="-apple-system-body"/>
            </a:endParaRPr>
          </a:p>
        </p:txBody>
      </p:sp>
      <p:sp>
        <p:nvSpPr>
          <p:cNvPr id="5" name="TextBox 4">
            <a:extLst>
              <a:ext uri="{FF2B5EF4-FFF2-40B4-BE49-F238E27FC236}">
                <a16:creationId xmlns:a16="http://schemas.microsoft.com/office/drawing/2014/main" id="{75883D0D-F5EA-444F-416E-36FA6F66B5DD}"/>
              </a:ext>
            </a:extLst>
          </p:cNvPr>
          <p:cNvSpPr txBox="1"/>
          <p:nvPr/>
        </p:nvSpPr>
        <p:spPr>
          <a:xfrm>
            <a:off x="1132113" y="1425250"/>
            <a:ext cx="7262949" cy="5084533"/>
          </a:xfrm>
          <a:prstGeom prst="rect">
            <a:avLst/>
          </a:prstGeom>
          <a:noFill/>
        </p:spPr>
        <p:txBody>
          <a:bodyPr wrap="square">
            <a:spAutoFit/>
          </a:bodyPr>
          <a:lstStyle/>
          <a:p>
            <a:pPr marL="0" marR="0" indent="0" algn="l">
              <a:lnSpc>
                <a:spcPct val="150000"/>
              </a:lnSpc>
              <a:buNone/>
            </a:pPr>
            <a:r>
              <a:rPr lang="en-IN" sz="2000" b="1" i="0" dirty="0">
                <a:solidFill>
                  <a:schemeClr val="tx1"/>
                </a:solidFill>
                <a:effectLst/>
                <a:latin typeface="+mn-lt"/>
              </a:rPr>
              <a:t>Types of Operating Systems</a:t>
            </a:r>
          </a:p>
          <a:p>
            <a:pPr marL="0" marR="0" indent="0" algn="l">
              <a:lnSpc>
                <a:spcPct val="150000"/>
              </a:lnSpc>
              <a:buNone/>
            </a:pPr>
            <a:r>
              <a:rPr lang="en-IN" sz="1800" b="1" i="0" dirty="0">
                <a:solidFill>
                  <a:schemeClr val="tx1"/>
                </a:solidFill>
                <a:effectLst/>
                <a:latin typeface="+mn-lt"/>
              </a:rPr>
              <a:t>1. Distributed Operating System</a:t>
            </a:r>
            <a:endParaRPr lang="en-IN" sz="1800" b="0" i="0" dirty="0">
              <a:solidFill>
                <a:schemeClr val="tx1"/>
              </a:solidFill>
              <a:effectLst/>
              <a:latin typeface="+mn-lt"/>
            </a:endParaRPr>
          </a:p>
          <a:p>
            <a:pPr marL="0" marR="0" lvl="0" indent="-342900" algn="l" rtl="0">
              <a:lnSpc>
                <a:spcPct val="150000"/>
              </a:lnSpc>
              <a:buFont typeface="Arial" panose="020B0604020202020204" pitchFamily="34" charset="0"/>
              <a:buChar char="•"/>
            </a:pPr>
            <a:r>
              <a:rPr lang="en-IN" sz="1800" b="0" i="0" dirty="0">
                <a:solidFill>
                  <a:schemeClr val="tx1"/>
                </a:solidFill>
                <a:effectLst/>
                <a:latin typeface="+mn-lt"/>
              </a:rPr>
              <a:t>Coordinates multiple computers.</a:t>
            </a:r>
          </a:p>
          <a:p>
            <a:pPr marL="0" marR="0" lvl="0" indent="-342900" algn="l" rtl="0">
              <a:lnSpc>
                <a:spcPct val="150000"/>
              </a:lnSpc>
              <a:buFont typeface="Arial" panose="020B0604020202020204" pitchFamily="34" charset="0"/>
              <a:buChar char="•"/>
            </a:pPr>
            <a:r>
              <a:rPr lang="en-IN" sz="1800" b="0" i="0" dirty="0">
                <a:solidFill>
                  <a:schemeClr val="tx1"/>
                </a:solidFill>
                <a:effectLst/>
                <a:latin typeface="+mn-lt"/>
              </a:rPr>
              <a:t>Provides a unified view of distributed resources.</a:t>
            </a:r>
          </a:p>
          <a:p>
            <a:pPr marL="0" marR="0" indent="0" algn="l">
              <a:lnSpc>
                <a:spcPct val="150000"/>
              </a:lnSpc>
              <a:buNone/>
            </a:pPr>
            <a:r>
              <a:rPr lang="en-IN" sz="1800" b="1" i="0" dirty="0">
                <a:solidFill>
                  <a:schemeClr val="tx1"/>
                </a:solidFill>
                <a:effectLst/>
                <a:latin typeface="+mn-lt"/>
              </a:rPr>
              <a:t>2. Network Operating System</a:t>
            </a:r>
            <a:endParaRPr lang="en-IN" sz="1800" b="0" i="0" dirty="0">
              <a:solidFill>
                <a:schemeClr val="tx1"/>
              </a:solidFill>
              <a:effectLst/>
              <a:latin typeface="+mn-lt"/>
            </a:endParaRPr>
          </a:p>
          <a:p>
            <a:pPr marL="0" marR="0" lvl="0" indent="-342900" algn="l" rtl="0">
              <a:lnSpc>
                <a:spcPct val="150000"/>
              </a:lnSpc>
              <a:buFont typeface="Arial" panose="020B0604020202020204" pitchFamily="34" charset="0"/>
              <a:buChar char="•"/>
            </a:pPr>
            <a:r>
              <a:rPr lang="en-IN" sz="1800" b="0" i="0" dirty="0">
                <a:solidFill>
                  <a:schemeClr val="tx1"/>
                </a:solidFill>
                <a:effectLst/>
                <a:latin typeface="+mn-lt"/>
              </a:rPr>
              <a:t>Supports file and printer sharing.</a:t>
            </a:r>
          </a:p>
          <a:p>
            <a:pPr marL="0" marR="0" lvl="0" indent="-342900" algn="l" rtl="0">
              <a:lnSpc>
                <a:spcPct val="150000"/>
              </a:lnSpc>
              <a:buFont typeface="Arial" panose="020B0604020202020204" pitchFamily="34" charset="0"/>
              <a:buChar char="•"/>
            </a:pPr>
            <a:r>
              <a:rPr lang="en-IN" sz="1800" b="0" i="0" dirty="0">
                <a:solidFill>
                  <a:schemeClr val="tx1"/>
                </a:solidFill>
                <a:effectLst/>
                <a:latin typeface="+mn-lt"/>
              </a:rPr>
              <a:t>Allows users to access remote services.</a:t>
            </a:r>
          </a:p>
          <a:p>
            <a:pPr marL="0" marR="0" indent="0" algn="l">
              <a:lnSpc>
                <a:spcPct val="150000"/>
              </a:lnSpc>
              <a:buNone/>
            </a:pPr>
            <a:r>
              <a:rPr lang="en-IN" b="1" i="0" dirty="0">
                <a:solidFill>
                  <a:schemeClr val="tx1"/>
                </a:solidFill>
                <a:effectLst/>
                <a:latin typeface="+mn-lt"/>
              </a:rPr>
              <a:t>Characteristics</a:t>
            </a:r>
          </a:p>
          <a:p>
            <a:pPr marL="0" marR="0" lvl="0" indent="-342900" algn="l" rtl="0">
              <a:lnSpc>
                <a:spcPct val="150000"/>
              </a:lnSpc>
              <a:buFont typeface="Arial" panose="020B0604020202020204" pitchFamily="34" charset="0"/>
              <a:buChar char="•"/>
            </a:pPr>
            <a:r>
              <a:rPr lang="en-IN" sz="1800" b="0" i="0" dirty="0">
                <a:solidFill>
                  <a:schemeClr val="tx1"/>
                </a:solidFill>
                <a:effectLst/>
                <a:latin typeface="+mn-lt"/>
              </a:rPr>
              <a:t>Resource sharing</a:t>
            </a:r>
          </a:p>
          <a:p>
            <a:pPr marL="0" marR="0" lvl="0" indent="-342900" algn="l" rtl="0">
              <a:lnSpc>
                <a:spcPct val="150000"/>
              </a:lnSpc>
              <a:buFont typeface="Arial" panose="020B0604020202020204" pitchFamily="34" charset="0"/>
              <a:buChar char="•"/>
            </a:pPr>
            <a:r>
              <a:rPr lang="en-IN" sz="1800" b="0" i="0" dirty="0">
                <a:solidFill>
                  <a:schemeClr val="tx1"/>
                </a:solidFill>
                <a:effectLst/>
                <a:latin typeface="+mn-lt"/>
              </a:rPr>
              <a:t>Scalability</a:t>
            </a:r>
          </a:p>
          <a:p>
            <a:pPr marL="0" marR="0" lvl="0" indent="-342900" algn="l" rtl="0">
              <a:lnSpc>
                <a:spcPct val="150000"/>
              </a:lnSpc>
              <a:buFont typeface="Arial" panose="020B0604020202020204" pitchFamily="34" charset="0"/>
              <a:buChar char="•"/>
            </a:pPr>
            <a:r>
              <a:rPr lang="en-IN" sz="1800" b="0" i="0" dirty="0">
                <a:solidFill>
                  <a:schemeClr val="tx1"/>
                </a:solidFill>
                <a:effectLst/>
                <a:latin typeface="+mn-lt"/>
              </a:rPr>
              <a:t>Communication between computers</a:t>
            </a:r>
          </a:p>
          <a:p>
            <a:pPr marL="0" marR="0" lvl="0" indent="-342900" algn="l" rtl="0">
              <a:lnSpc>
                <a:spcPct val="150000"/>
              </a:lnSpc>
              <a:buFont typeface="Arial" panose="020B0604020202020204" pitchFamily="34" charset="0"/>
              <a:buChar char="•"/>
            </a:pPr>
            <a:r>
              <a:rPr lang="en-IN" sz="1800" b="0" i="0" dirty="0">
                <a:solidFill>
                  <a:schemeClr val="tx1"/>
                </a:solidFill>
                <a:effectLst/>
                <a:latin typeface="+mn-lt"/>
              </a:rPr>
              <a:t>Security and access control</a:t>
            </a:r>
          </a:p>
        </p:txBody>
      </p:sp>
    </p:spTree>
    <p:extLst>
      <p:ext uri="{BB962C8B-B14F-4D97-AF65-F5344CB8AC3E}">
        <p14:creationId xmlns:p14="http://schemas.microsoft.com/office/powerpoint/2010/main" val="288155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illustrates a hierarchical diagram of an office infrastructure, featuring various levels such as local services, shared services, and different types of clients (e.g., Client PCs, Local Services) within the Chennai and Hyderabad offices.&#10;&#10;AI-generated content may be incorrect.">
            <a:extLst>
              <a:ext uri="{FF2B5EF4-FFF2-40B4-BE49-F238E27FC236}">
                <a16:creationId xmlns:a16="http://schemas.microsoft.com/office/drawing/2014/main" id="{0B69961C-6B96-B4AB-7CC6-672A6111C171}"/>
              </a:ext>
            </a:extLst>
          </p:cNvPr>
          <p:cNvPicPr>
            <a:picLocks noChangeAspect="1"/>
          </p:cNvPicPr>
          <p:nvPr/>
        </p:nvPicPr>
        <p:blipFill>
          <a:blip r:embed="rId2"/>
          <a:stretch>
            <a:fillRect/>
          </a:stretch>
        </p:blipFill>
        <p:spPr>
          <a:xfrm>
            <a:off x="3012078" y="1618008"/>
            <a:ext cx="5715000" cy="4950823"/>
          </a:xfrm>
          <a:prstGeom prst="rect">
            <a:avLst/>
          </a:prstGeom>
        </p:spPr>
      </p:pic>
      <p:sp>
        <p:nvSpPr>
          <p:cNvPr id="7" name="TextBox 6">
            <a:extLst>
              <a:ext uri="{FF2B5EF4-FFF2-40B4-BE49-F238E27FC236}">
                <a16:creationId xmlns:a16="http://schemas.microsoft.com/office/drawing/2014/main" id="{87CFAD6A-5B5C-34F4-6CE6-F90887294FB6}"/>
              </a:ext>
            </a:extLst>
          </p:cNvPr>
          <p:cNvSpPr txBox="1"/>
          <p:nvPr/>
        </p:nvSpPr>
        <p:spPr>
          <a:xfrm>
            <a:off x="3396344" y="468477"/>
            <a:ext cx="6096000" cy="523220"/>
          </a:xfrm>
          <a:prstGeom prst="rect">
            <a:avLst/>
          </a:prstGeom>
          <a:noFill/>
        </p:spPr>
        <p:txBody>
          <a:bodyPr wrap="square">
            <a:spAutoFit/>
          </a:bodyPr>
          <a:lstStyle/>
          <a:p>
            <a:pPr marL="0" marR="0" indent="0" algn="l">
              <a:buNone/>
            </a:pPr>
            <a:r>
              <a:rPr lang="en-IN" sz="2800" b="1" i="0" dirty="0">
                <a:solidFill>
                  <a:schemeClr val="tx1"/>
                </a:solidFill>
                <a:effectLst/>
                <a:latin typeface="+mn-lt"/>
              </a:rPr>
              <a:t>DISTRIBUTED OS ARCHITECTURE</a:t>
            </a:r>
            <a:endParaRPr lang="en-IN" sz="2800" b="1" i="0" dirty="0">
              <a:solidFill>
                <a:srgbClr val="EDEDED"/>
              </a:solidFill>
              <a:effectLst/>
              <a:latin typeface="-apple-system-body"/>
            </a:endParaRPr>
          </a:p>
        </p:txBody>
      </p:sp>
    </p:spTree>
    <p:extLst>
      <p:ext uri="{BB962C8B-B14F-4D97-AF65-F5344CB8AC3E}">
        <p14:creationId xmlns:p14="http://schemas.microsoft.com/office/powerpoint/2010/main" val="2023610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4BF57B-AA2D-274E-F8EE-CA616984576B}"/>
              </a:ext>
            </a:extLst>
          </p:cNvPr>
          <p:cNvSpPr txBox="1"/>
          <p:nvPr/>
        </p:nvSpPr>
        <p:spPr>
          <a:xfrm>
            <a:off x="3753395" y="564271"/>
            <a:ext cx="6096000" cy="707886"/>
          </a:xfrm>
          <a:prstGeom prst="rect">
            <a:avLst/>
          </a:prstGeom>
          <a:noFill/>
        </p:spPr>
        <p:txBody>
          <a:bodyPr wrap="square">
            <a:spAutoFit/>
          </a:bodyPr>
          <a:lstStyle/>
          <a:p>
            <a:r>
              <a:rPr lang="en-IN" sz="4000" b="1" dirty="0"/>
              <a:t>Conclusion</a:t>
            </a:r>
          </a:p>
        </p:txBody>
      </p:sp>
      <p:sp>
        <p:nvSpPr>
          <p:cNvPr id="5" name="TextBox 4">
            <a:extLst>
              <a:ext uri="{FF2B5EF4-FFF2-40B4-BE49-F238E27FC236}">
                <a16:creationId xmlns:a16="http://schemas.microsoft.com/office/drawing/2014/main" id="{091A2483-7B6B-87A8-9736-E7175BFF808E}"/>
              </a:ext>
            </a:extLst>
          </p:cNvPr>
          <p:cNvSpPr txBox="1"/>
          <p:nvPr/>
        </p:nvSpPr>
        <p:spPr>
          <a:xfrm>
            <a:off x="809896" y="1670765"/>
            <a:ext cx="8804366" cy="4188775"/>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000" dirty="0"/>
              <a:t>A distributed operating system connects multiple computers to work together.</a:t>
            </a:r>
          </a:p>
          <a:p>
            <a:pPr marL="342900" lvl="0" indent="-342900">
              <a:lnSpc>
                <a:spcPct val="150000"/>
              </a:lnSpc>
              <a:buFont typeface="Arial" panose="020B0604020202020204" pitchFamily="34" charset="0"/>
              <a:buChar char="•"/>
            </a:pPr>
            <a:r>
              <a:rPr lang="en-IN" sz="2000" dirty="0"/>
              <a:t>It enables communication between computers located in different places.</a:t>
            </a:r>
          </a:p>
          <a:p>
            <a:pPr marL="342900" lvl="0" indent="-342900">
              <a:lnSpc>
                <a:spcPct val="150000"/>
              </a:lnSpc>
              <a:buFont typeface="Arial" panose="020B0604020202020204" pitchFamily="34" charset="0"/>
              <a:buChar char="•"/>
            </a:pPr>
            <a:r>
              <a:rPr lang="en-IN" sz="2000" dirty="0"/>
              <a:t>It allows users to share files, applications, and storage resources.</a:t>
            </a:r>
          </a:p>
          <a:p>
            <a:pPr marL="342900" lvl="0" indent="-342900">
              <a:lnSpc>
                <a:spcPct val="150000"/>
              </a:lnSpc>
              <a:buFont typeface="Arial" panose="020B0604020202020204" pitchFamily="34" charset="0"/>
              <a:buChar char="•"/>
            </a:pPr>
            <a:r>
              <a:rPr lang="en-IN" sz="2000" dirty="0"/>
              <a:t>It improves resource utilization and system performance.</a:t>
            </a:r>
          </a:p>
          <a:p>
            <a:pPr marL="342900" lvl="0" indent="-342900">
              <a:lnSpc>
                <a:spcPct val="150000"/>
              </a:lnSpc>
              <a:buFont typeface="Arial" panose="020B0604020202020204" pitchFamily="34" charset="0"/>
              <a:buChar char="•"/>
            </a:pPr>
            <a:r>
              <a:rPr lang="en-IN" sz="2000" dirty="0"/>
              <a:t>It supports multiple users accessing resources simultaneously.</a:t>
            </a:r>
          </a:p>
          <a:p>
            <a:pPr marL="342900" lvl="0" indent="-342900">
              <a:lnSpc>
                <a:spcPct val="150000"/>
              </a:lnSpc>
              <a:buFont typeface="Arial" panose="020B0604020202020204" pitchFamily="34" charset="0"/>
              <a:buChar char="•"/>
            </a:pPr>
            <a:r>
              <a:rPr lang="en-IN" sz="2000" dirty="0"/>
              <a:t>It helps employees collaborate across different company branches.</a:t>
            </a:r>
          </a:p>
        </p:txBody>
      </p:sp>
    </p:spTree>
    <p:extLst>
      <p:ext uri="{BB962C8B-B14F-4D97-AF65-F5344CB8AC3E}">
        <p14:creationId xmlns:p14="http://schemas.microsoft.com/office/powerpoint/2010/main" val="1541754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7" name="Rectangle 206">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71D56F9-00DB-EE37-8651-FED0E6E1B2EE}"/>
              </a:ext>
            </a:extLst>
          </p:cNvPr>
          <p:cNvSpPr txBox="1"/>
          <p:nvPr/>
        </p:nvSpPr>
        <p:spPr>
          <a:xfrm>
            <a:off x="6590662" y="4267832"/>
            <a:ext cx="4805996" cy="1297115"/>
          </a:xfrm>
          <a:prstGeom prst="rect">
            <a:avLst/>
          </a:prstGeom>
        </p:spPr>
        <p:txBody>
          <a:bodyPr vert="horz" lIns="91440" tIns="45720" rIns="91440" bIns="45720" rtlCol="0">
            <a:normAutofit/>
          </a:bodyPr>
          <a:lstStyle/>
          <a:p>
            <a:pPr>
              <a:lnSpc>
                <a:spcPct val="90000"/>
              </a:lnSpc>
              <a:spcBef>
                <a:spcPct val="0"/>
              </a:spcBef>
              <a:spcAft>
                <a:spcPts val="600"/>
              </a:spcAft>
            </a:pPr>
            <a:r>
              <a:rPr lang="en-US" sz="4000" kern="1200">
                <a:solidFill>
                  <a:schemeClr val="tx2"/>
                </a:solidFill>
                <a:latin typeface="+mj-lt"/>
                <a:ea typeface="+mj-ea"/>
                <a:cs typeface="+mj-cs"/>
              </a:rPr>
              <a:t>THANK YOU</a:t>
            </a:r>
          </a:p>
        </p:txBody>
      </p:sp>
      <p:pic>
        <p:nvPicPr>
          <p:cNvPr id="6" name="Graphic 5" descr="Accept">
            <a:extLst>
              <a:ext uri="{FF2B5EF4-FFF2-40B4-BE49-F238E27FC236}">
                <a16:creationId xmlns:a16="http://schemas.microsoft.com/office/drawing/2014/main" id="{2905CD84-D629-85A5-0B3E-1C66D74EBC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8" name="Freeform: Shape 207">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056663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TotalTime>
  <Words>210</Words>
  <Application>Microsoft Office PowerPoint</Application>
  <PresentationFormat>Widescreen</PresentationFormat>
  <Paragraphs>31</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-apple-system-body</vt:lpstr>
      <vt:lpstr>Aptos</vt:lpstr>
      <vt:lpstr>Aptos Display</vt:lpstr>
      <vt:lpstr>Arial</vt:lpstr>
      <vt:lpstr>Office Theme</vt:lpstr>
      <vt:lpstr>TITLE  Distributed Operating System in a Multi-Location Company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venkatesh m</dc:creator>
  <cp:lastModifiedBy>venkatesh m</cp:lastModifiedBy>
  <cp:revision>1</cp:revision>
  <dcterms:created xsi:type="dcterms:W3CDTF">2026-10-22T08:57:01Z</dcterms:created>
  <dcterms:modified xsi:type="dcterms:W3CDTF">2026-10-29T06:39:24Z</dcterms:modified>
</cp:coreProperties>
</file>